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3D741A-5E4D-4FDD-B0F9-2CD864862BAC}" v="35" dt="2021-12-13T15:38:01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5" descr="Timeline&#10;&#10;Description automatically generated">
            <a:extLst>
              <a:ext uri="{FF2B5EF4-FFF2-40B4-BE49-F238E27FC236}">
                <a16:creationId xmlns:a16="http://schemas.microsoft.com/office/drawing/2014/main" id="{02EA3EE5-CF4C-4D71-9FA1-F63A3FB60D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7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4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443C0914-7E04-411E-A454-814C8E2190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37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7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2578839-F5D7-4A32-966D-BA506EE13E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33" r="4195" b="1"/>
          <a:stretch/>
        </p:blipFill>
        <p:spPr>
          <a:xfrm>
            <a:off x="-706" y="-1460"/>
            <a:ext cx="12390966" cy="685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2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1C804F69-BB3D-44E1-8EB1-EA38B172DB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6" r="714" b="1"/>
          <a:stretch/>
        </p:blipFill>
        <p:spPr>
          <a:xfrm>
            <a:off x="-68438" y="9830"/>
            <a:ext cx="12368388" cy="685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6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5B30D7E-0B86-455E-BB3E-88B70FEF0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" t="1288" r="-93" b="6442"/>
          <a:stretch/>
        </p:blipFill>
        <p:spPr>
          <a:xfrm>
            <a:off x="20" y="1282"/>
            <a:ext cx="12191992" cy="728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6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imeline&#10;&#10;Description automatically generated">
            <a:extLst>
              <a:ext uri="{FF2B5EF4-FFF2-40B4-BE49-F238E27FC236}">
                <a16:creationId xmlns:a16="http://schemas.microsoft.com/office/drawing/2014/main" id="{781709D1-1B76-4756-9993-950DDD4458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63" r="1" b="1"/>
          <a:stretch/>
        </p:blipFill>
        <p:spPr>
          <a:xfrm>
            <a:off x="47990" y="22577"/>
            <a:ext cx="12101664" cy="681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5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37</cp:revision>
  <dcterms:created xsi:type="dcterms:W3CDTF">2021-12-13T15:17:19Z</dcterms:created>
  <dcterms:modified xsi:type="dcterms:W3CDTF">2021-12-13T15:52:06Z</dcterms:modified>
</cp:coreProperties>
</file>